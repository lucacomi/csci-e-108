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4"/>
  </p:notesMasterIdLst>
  <p:sldIdLst>
    <p:sldId id="275" r:id="rId3"/>
    <p:sldId id="603" r:id="rId4"/>
    <p:sldId id="627" r:id="rId5"/>
    <p:sldId id="605" r:id="rId6"/>
    <p:sldId id="710" r:id="rId7"/>
    <p:sldId id="712" r:id="rId8"/>
    <p:sldId id="705" r:id="rId9"/>
    <p:sldId id="606" r:id="rId10"/>
    <p:sldId id="626" r:id="rId11"/>
    <p:sldId id="639" r:id="rId12"/>
    <p:sldId id="713" r:id="rId13"/>
    <p:sldId id="619" r:id="rId14"/>
    <p:sldId id="706" r:id="rId15"/>
    <p:sldId id="620" r:id="rId16"/>
    <p:sldId id="621" r:id="rId17"/>
    <p:sldId id="670" r:id="rId18"/>
    <p:sldId id="686" r:id="rId19"/>
    <p:sldId id="622" r:id="rId20"/>
    <p:sldId id="623" r:id="rId21"/>
    <p:sldId id="750" r:id="rId22"/>
    <p:sldId id="667" r:id="rId23"/>
    <p:sldId id="751" r:id="rId24"/>
    <p:sldId id="714" r:id="rId25"/>
    <p:sldId id="637" r:id="rId26"/>
    <p:sldId id="638" r:id="rId27"/>
    <p:sldId id="640" r:id="rId28"/>
    <p:sldId id="630" r:id="rId29"/>
    <p:sldId id="625" r:id="rId30"/>
    <p:sldId id="628" r:id="rId31"/>
    <p:sldId id="629" r:id="rId32"/>
    <p:sldId id="767" r:id="rId33"/>
    <p:sldId id="668" r:id="rId34"/>
    <p:sldId id="765" r:id="rId35"/>
    <p:sldId id="766" r:id="rId36"/>
    <p:sldId id="764" r:id="rId37"/>
    <p:sldId id="631" r:id="rId38"/>
    <p:sldId id="722" r:id="rId39"/>
    <p:sldId id="723" r:id="rId40"/>
    <p:sldId id="724" r:id="rId41"/>
    <p:sldId id="725" r:id="rId42"/>
    <p:sldId id="726" r:id="rId43"/>
    <p:sldId id="728" r:id="rId44"/>
    <p:sldId id="721" r:id="rId45"/>
    <p:sldId id="644" r:id="rId46"/>
    <p:sldId id="689" r:id="rId47"/>
    <p:sldId id="715" r:id="rId48"/>
    <p:sldId id="719" r:id="rId49"/>
    <p:sldId id="768" r:id="rId50"/>
    <p:sldId id="688" r:id="rId51"/>
    <p:sldId id="645" r:id="rId52"/>
    <p:sldId id="707" r:id="rId53"/>
    <p:sldId id="756" r:id="rId54"/>
    <p:sldId id="708" r:id="rId55"/>
    <p:sldId id="758" r:id="rId56"/>
    <p:sldId id="709" r:id="rId57"/>
    <p:sldId id="736" r:id="rId58"/>
    <p:sldId id="757" r:id="rId59"/>
    <p:sldId id="762" r:id="rId60"/>
    <p:sldId id="687" r:id="rId61"/>
    <p:sldId id="659" r:id="rId62"/>
    <p:sldId id="729" r:id="rId63"/>
    <p:sldId id="684" r:id="rId64"/>
    <p:sldId id="685" r:id="rId65"/>
    <p:sldId id="755" r:id="rId66"/>
    <p:sldId id="720" r:id="rId67"/>
    <p:sldId id="769" r:id="rId68"/>
    <p:sldId id="734" r:id="rId69"/>
    <p:sldId id="662" r:id="rId70"/>
    <p:sldId id="663" r:id="rId71"/>
    <p:sldId id="665" r:id="rId72"/>
    <p:sldId id="669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94" autoAdjust="0"/>
    <p:restoredTop sz="94660"/>
  </p:normalViewPr>
  <p:slideViewPr>
    <p:cSldViewPr snapToGrid="0">
      <p:cViewPr varScale="1">
        <p:scale>
          <a:sx n="67" d="100"/>
          <a:sy n="67" d="100"/>
        </p:scale>
        <p:origin x="43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521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</a:t>
            </a:r>
            <a:r>
              <a:rPr lang="en-US" sz="1100"/>
              <a:t>, 2024, 2025,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- future lesson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 or 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minimum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maximum distance between clusters, 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metrics and models,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Most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Search will not work.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601107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0755" y="301798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75859" y="3654450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97944" y="253354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687394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Euclidean space 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005" t="-2139" r="-476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Does not depend on Euclidian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</a:p>
          <a:p>
            <a:r>
              <a:rPr lang="en-US" dirty="0">
                <a:latin typeface="+mn-lt"/>
              </a:rPr>
              <a:t>Notice that all of these methods assume clusters are Normally distributed in a Euclidean space!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1604" r="-1481" b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hlinkClick r:id="rId4"/>
                      </a:rPr>
                      <m:t>𝑆𝑐𝑖𝑘𝑖𝑡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4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4"/>
                      </a:rPr>
                      <m:t>𝐿𝑒𝑎𝑛</m:t>
                    </m:r>
                  </m:oMath>
                </a14:m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1604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r>
              <a:rPr lang="en-US" dirty="0">
                <a:latin typeface="+mn-lt"/>
              </a:rPr>
              <a:t>We will explore manifold learning further in a subsequent lesson</a:t>
            </a:r>
          </a:p>
          <a:p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</a:t>
                </a:r>
              </a:p>
              <a:p>
                <a:r>
                  <a:rPr lang="en-US" dirty="0">
                    <a:latin typeface="+mn-lt"/>
                  </a:rPr>
                  <a:t>Metrics for sets 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agglomeration criteria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 </a:t>
            </a:r>
          </a:p>
          <a:p>
            <a:endParaRPr lang="en-US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5853968"/>
                  </p:ext>
                </p:extLst>
              </p:nvPr>
            </p:nvGraphicFramePr>
            <p:xfrm>
              <a:off x="397510" y="1536911"/>
              <a:ext cx="11525250" cy="4942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5853968"/>
                  </p:ext>
                </p:extLst>
              </p:nvPr>
            </p:nvGraphicFramePr>
            <p:xfrm>
              <a:off x="397510" y="1536911"/>
              <a:ext cx="11525250" cy="4942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2" t="-318462" r="-529568" b="-82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Dissimilarity metrics usually matter more 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often subjective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516" y="0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2884984"/>
                  </p:ext>
                </p:extLst>
              </p:nvPr>
            </p:nvGraphicFramePr>
            <p:xfrm>
              <a:off x="386640" y="566515"/>
              <a:ext cx="11630025" cy="612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_+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Mini-batch high,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3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func>
                                <m:func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Affinity clustering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Responsible point in cluster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Less scalable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medium, O(n</a:t>
                          </a:r>
                          <a:r>
                            <a:rPr lang="en-US" sz="2000" baseline="300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)), memory </a:t>
                          </a:r>
                          <a:r>
                            <a:rPr lang="en-US" sz="2000" i="1">
                              <a:latin typeface="+mn-lt"/>
                            </a:rPr>
                            <a:t>O(n</a:t>
                          </a:r>
                          <a:r>
                            <a:rPr lang="en-US" sz="2000" i="1" baseline="30000">
                              <a:latin typeface="+mn-lt"/>
                            </a:rPr>
                            <a:t>2</a:t>
                          </a:r>
                          <a:r>
                            <a:rPr lang="en-US" sz="2000" i="1">
                              <a:latin typeface="+mn-lt"/>
                            </a:rPr>
                            <a:t>) 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out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log(n)) to O(n),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-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2884984"/>
                  </p:ext>
                </p:extLst>
              </p:nvPr>
            </p:nvGraphicFramePr>
            <p:xfrm>
              <a:off x="386640" y="566515"/>
              <a:ext cx="11630025" cy="612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72727" r="-868" b="-4509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2505" t="-247826" r="-97077" b="-546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247826" r="-868" b="-546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Affinity clustering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Responsible point in cluster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Less scalable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medium, O(n</a:t>
                          </a:r>
                          <a:r>
                            <a:rPr lang="en-US" sz="2000" baseline="3000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)), memory </a:t>
                          </a:r>
                          <a:r>
                            <a:rPr lang="en-US" sz="2000" i="1">
                              <a:latin typeface="+mn-lt"/>
                            </a:rPr>
                            <a:t>O(n</a:t>
                          </a:r>
                          <a:r>
                            <a:rPr lang="en-US" sz="2000" i="1" baseline="30000">
                              <a:latin typeface="+mn-lt"/>
                            </a:rPr>
                            <a:t>2</a:t>
                          </a:r>
                          <a:r>
                            <a:rPr lang="en-US" sz="2000" i="1">
                              <a:latin typeface="+mn-lt"/>
                            </a:rPr>
                            <a:t>) 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out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log(n)) to O(n),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-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44464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31561</TotalTime>
  <Words>4324</Words>
  <Application>Microsoft Office PowerPoint</Application>
  <PresentationFormat>Widescreen</PresentationFormat>
  <Paragraphs>717</Paragraphs>
  <Slides>71</Slides>
  <Notes>62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71</vt:i4>
      </vt:variant>
    </vt:vector>
  </HeadingPairs>
  <TitlesOfParts>
    <vt:vector size="80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985</cp:revision>
  <dcterms:created xsi:type="dcterms:W3CDTF">2020-07-25T22:15:22Z</dcterms:created>
  <dcterms:modified xsi:type="dcterms:W3CDTF">2025-11-12T17:54:31Z</dcterms:modified>
</cp:coreProperties>
</file>